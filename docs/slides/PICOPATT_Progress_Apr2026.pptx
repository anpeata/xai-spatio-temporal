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PICOPATT Internship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7830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 — April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Clustering for Spatio-Temporal Picoclimatic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384048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Pham</a:t>
            </a:r>
            <a:pPr indent="0" marL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LIRMM – ADVANSE team  |  Supervisors: Luc &amp; Reda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4206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Begins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Arc: March → August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286000"/>
            <a:ext cx="804672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21671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9144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137160" y="24871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 start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75688" y="21671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4871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started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21608" y="21671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4871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drawn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58968" y="21671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17–23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4871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2048" y="21671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4871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960120"/>
            <a:ext cx="36576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Literature Review + Writing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960120"/>
            <a:ext cx="4114800" cy="411480"/>
          </a:xfrm>
          <a:prstGeom prst="rect">
            <a:avLst/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Implementation + Deep Methods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384048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355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67588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taxonomy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4-term joint objective proposed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LaTeX draft 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4023360" cy="1463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355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Sprint Output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running on 4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Abductive + ExKMC benchmarked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stability quantified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vars × 4 timesteps/day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(PICOPATT sensor data)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63624"/>
            <a:ext cx="0" cy="118872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737360"/>
            <a:ext cx="694944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time series   |   Shapelet distances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(mixed-length: 10–30, adaptive dictionary)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386584"/>
            <a:ext cx="0" cy="118872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560320"/>
            <a:ext cx="69494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  |   ExKMC (interpretable tree output)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209544"/>
            <a:ext cx="0" cy="118872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383280"/>
            <a:ext cx="69494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344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(feature attribution)   |   Abductive (minimal edits)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tree fidelity: train 0.955 / CV 0.93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032504"/>
            <a:ext cx="0" cy="118872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206240"/>
            <a:ext cx="6949440" cy="6400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444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448056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Sensor-readable cluster summary → urban planners / architects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[Luc's domain — explanation format to be frozen]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" y="17373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April 9 whiteboard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fully implemented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from the Implementation Sprint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5740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0574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/ 0.93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922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fidelity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/ CV)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enough to defend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faithfulness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205740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60120"/>
            <a:ext cx="20574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15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7922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gain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 vs fixed shapelets)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40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ECG200, ECG5000, Roma taxi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205740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60120"/>
            <a:ext cx="20574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15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seeds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17922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stability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340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feature overlap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70–100% across seeds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205740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60120"/>
            <a:ext cx="20574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15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7922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validated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benchmarks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3408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ECG200, ECG5000,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taxi, Synth. picoclimate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584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vs Fixed Shapelet Length — Cross-Dataset Ablation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86200"/>
          <a:ext cx="8503920" cy="109728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2860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silhouette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ECG200 (96 pts)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ECG5000 (140 pts)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Roma taxi (8 feats)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Validated vs Still Needed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584448"/>
          </a:xfrm>
          <a:prstGeom prst="rect">
            <a:avLst/>
          </a:prstGeom>
          <a:solidFill>
            <a:srgbClr val="F0FB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on 4 proxy datasets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ExKMC both running &amp; comparable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Abductive explanations implemented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fidelity: train 0.955 / CV 0.93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Mixed-length shapelets outperform fixed (+17.6%)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stability: 7 seeds, Jaccard metric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picoclimatic data generator validated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spatial baseline added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+ KMeans baseline confirmed runnable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Still Needed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14800" cy="3584448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384048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PICOPATT sensor data (not yet available)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in raw sensor units (°C, %, m/s) — not s₁/t₄₁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output format frozen as contract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method: autoencoder pipeline with richer XAI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 baseline for picoclimatic windows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seed sweep (≥10 seeds) for paper claims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direction confirmed: methods vs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Research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solidFill>
            <a:srgbClr val="0A305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urban planner selects a spatial region and time window. The system clusters the picoclimatic windows. The explanation says: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"Cluster 2 = high humidity variance + low wind speed in building canyons." </a:t>
            </a:r>
            <a:pPr indent="0" marL="0">
              <a:buNone/>
            </a:pPr>
            <a:r>
              <a:rPr lang="en-US" sz="13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narrative is identical whether they pick a 1-hour or 6-hour window.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2423160"/>
            <a:ext cx="2651760" cy="2194560"/>
          </a:xfrm>
          <a:prstGeom prst="rect">
            <a:avLst/>
          </a:prstGeom>
          <a:solidFill>
            <a:srgbClr val="0A30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42316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must not change when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or feature format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2651760" cy="2194560"/>
          </a:xfrm>
          <a:prstGeom prst="rect">
            <a:avLst/>
          </a:prstGeom>
          <a:solidFill>
            <a:srgbClr val="0A305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42316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 → 'Humidity Variance'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t₄₁ → 'Temperature at 10:00 PM'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2651760" cy="2194560"/>
          </a:xfrm>
          <a:prstGeom prst="rect">
            <a:avLst/>
          </a:prstGeom>
          <a:solidFill>
            <a:srgbClr val="0A305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423160"/>
            <a:ext cx="265176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pipelines break alignment.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optimization is the target.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Directions — Phase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3931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 — Neural Representation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07592"/>
            <a:ext cx="3931920" cy="21488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→ latent space → KMeans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TELL-style joint neural clustering (ante-hoc)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gap analysis (explain ϕ(X) vs X)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angle: methods paper on XAI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456432"/>
            <a:ext cx="3931920" cy="320040"/>
          </a:xfrm>
          <a:prstGeom prst="rect">
            <a:avLst/>
          </a:prstGeom>
          <a:solidFill>
            <a:srgbClr val="E3F0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complexity · Luc's CNN vision from Apr 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96112"/>
            <a:ext cx="3931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96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B — Statistical Aggregation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307592"/>
            <a:ext cx="3931920" cy="21488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Var, Quartiles per variable per day (Time2Feat)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 sensor units → no mapping needed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 for stable explanation format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angle: application paper on PICOPATT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456432"/>
            <a:ext cx="3931920" cy="320040"/>
          </a:xfrm>
          <a:prstGeom prst="rect">
            <a:avLst/>
          </a:prstGeom>
          <a:solidFill>
            <a:srgbClr val="E0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· Reda's natural first comparator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850392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136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Proposal (Hybrid): </a:t>
            </a:r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 as clean sensor-unit baseline → add A as complex comparator. </a:t>
            </a:r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= performance-vs-interpretability tradeoff analysis — a documented gap in current literature.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 for Today's Meeting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4023360" cy="2011680"/>
          </a:xfrm>
          <a:prstGeom prst="rect">
            <a:avLst/>
          </a:prstGeom>
          <a:solidFill>
            <a:srgbClr val="E8F4F8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5029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502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real PICOPATT data arrive?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pivot to real sensor data now, 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proxy benchmark first? Risk: going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early loses methodological generality.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044952"/>
            <a:ext cx="4023360" cy="201168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044952"/>
            <a:ext cx="50292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44952"/>
            <a:ext cx="502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136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paper angle?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50215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paper (XAI pipeline + shapelet ablation)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Application paper (PICOPATT urban planning results)?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determines the timeline and scope for August.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896112"/>
            <a:ext cx="4023360" cy="2011680"/>
          </a:xfrm>
          <a:prstGeom prst="rect">
            <a:avLst/>
          </a:prstGeom>
          <a:solidFill>
            <a:srgbClr val="E8F4F8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96112"/>
            <a:ext cx="502920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96112"/>
            <a:ext cx="502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987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explanation format now?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135331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lock the sensor-readable output schema before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methods? Freezing constrains future design choices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prevents format drift across the benchmark.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44952"/>
            <a:ext cx="4023360" cy="2011680"/>
          </a:xfrm>
          <a:prstGeom prst="rect">
            <a:avLst/>
          </a:prstGeom>
          <a:solidFill>
            <a:srgbClr val="E8F4F8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44952"/>
            <a:ext cx="502920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44952"/>
            <a:ext cx="502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1363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ExKMC vs XClusters for joint optimization?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50215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 ExKMC as the primary explainable baseline,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prototype XClusters (co-adaptive clustering + tree)?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XClusters more novel; ExKMC already working.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Timeline to August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13258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 – May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picoclimatic data onboarding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explanation output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GMM + HDBSCAN to benchmark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73352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73352" y="896112"/>
            <a:ext cx="1325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9–22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46504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aggregation baseline (B)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Time2Feat-style features in sensor units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stability across methods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72384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72384" y="896112"/>
            <a:ext cx="1325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23 – Jun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45536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+ KMeans baseline (A)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gap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vs raw unit comparison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71416" y="896112"/>
            <a:ext cx="13258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6–19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4568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joint objective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(ExKMC-style + spatial regularizer)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Cross-method XAI quality 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70448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0448" y="896112"/>
            <a:ext cx="13258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W9–10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 – Jul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draft: methods +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tables finalized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 round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896112"/>
            <a:ext cx="132588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896112"/>
            <a:ext cx="1325880" cy="5029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89611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42632" y="1463040"/>
            <a:ext cx="117957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Revision, supervisor feedback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submission prep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5445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weeks remaining · 1–2 papers target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PICOPATT Internship – Progress Meeting</dc:title>
  <dc:subject>PptxGenJS Presentation</dc:subject>
  <dc:creator>An Pham</dc:creator>
  <cp:lastModifiedBy>An Pham</cp:lastModifiedBy>
  <cp:revision>1</cp:revision>
  <dcterms:created xsi:type="dcterms:W3CDTF">2026-04-24T01:01:08Z</dcterms:created>
  <dcterms:modified xsi:type="dcterms:W3CDTF">2026-04-24T01:01:08Z</dcterms:modified>
</cp:coreProperties>
</file>